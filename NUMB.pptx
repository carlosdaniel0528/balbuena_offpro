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42" d="100"/>
          <a:sy n="42" d="100"/>
        </p:scale>
        <p:origin x="60" y="7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8C05D-5ECB-468A-BB76-CD27392E74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048BEA-9B9E-4583-AEF7-E6617A4670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90ABA-6AAA-4B07-AFB0-1DFDEF2A1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32396-E6E5-4221-A2B6-87A4FAEC6294}" type="datetimeFigureOut">
              <a:rPr lang="en-US" smtClean="0"/>
              <a:t>4/18/2023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4A1D7-1587-43C5-A7DA-B7209A206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DC4B1-ADE8-4E63-A63F-A75F80DD3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E1790-DD2A-46F9-BBE8-3E6DB3461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8828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22000">
        <p:circle/>
      </p:transition>
    </mc:Choice>
    <mc:Fallback>
      <p:transition spd="slow" advClick="0" advTm="22000">
        <p:circl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00594-48F5-464E-9278-F5C8CD2C7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FE0DB-FA03-4F95-9B35-28944D9AF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C3945-AAFD-4C26-8F2B-3DC14C194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32396-E6E5-4221-A2B6-87A4FAEC6294}" type="datetimeFigureOut">
              <a:rPr lang="en-US" smtClean="0"/>
              <a:t>4/18/2023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24098-9E03-420C-86E1-80BAB9AF7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EAC49-FE42-483A-9723-A30364D17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E1790-DD2A-46F9-BBE8-3E6DB3461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1367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22000">
        <p:circle/>
      </p:transition>
    </mc:Choice>
    <mc:Fallback>
      <p:transition spd="slow" advClick="0" advTm="22000">
        <p:circl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96382-C9CD-400E-A904-D805BEAA7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F2EB5C-B63E-479C-BD7C-869BC59C2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8640D-AE30-4035-B1D9-C676B4405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32396-E6E5-4221-A2B6-87A4FAEC6294}" type="datetimeFigureOut">
              <a:rPr lang="en-US" smtClean="0"/>
              <a:t>4/18/2023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2BE56-FECF-4139-9EC6-BB7B806B6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B9535-709A-49EB-8FA1-BDDB87B9F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E1790-DD2A-46F9-BBE8-3E6DB3461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8694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22000">
        <p:circle/>
      </p:transition>
    </mc:Choice>
    <mc:Fallback>
      <p:transition spd="slow" advClick="0" advTm="22000">
        <p:circl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CA345-486A-4A35-AB25-896F77307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773E8-7347-4BBB-BA0A-FCEAAA3EAF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9B0009-7F55-4681-AECB-8759965D47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8B16C5-05FF-4A59-8BE9-95C7F7AEF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32396-E6E5-4221-A2B6-87A4FAEC6294}" type="datetimeFigureOut">
              <a:rPr lang="en-US" smtClean="0"/>
              <a:t>4/18/2023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43F403-8028-46B7-842D-A08CAB851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7AC609-8C00-4F49-B0A5-62561FEFF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E1790-DD2A-46F9-BBE8-3E6DB3461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1631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22000">
        <p:circle/>
      </p:transition>
    </mc:Choice>
    <mc:Fallback>
      <p:transition spd="slow" advClick="0" advTm="22000">
        <p:circl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7CFF5-7E51-47ED-8626-68AE03026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F1F9F1-B9D0-4047-A851-AB8F7D55CC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0F5113-9E5D-442C-9A5E-FC0DE94020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D8B83E-BFF6-4822-BB6E-8B7CD8C9D6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E89F9A-3A7D-4CD3-9F82-F21BEDFEF2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2B227F-35F0-4DF2-B3C8-402340DF4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32396-E6E5-4221-A2B6-87A4FAEC6294}" type="datetimeFigureOut">
              <a:rPr lang="en-US" smtClean="0"/>
              <a:t>4/18/2023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C081F0-9A2C-4230-BB6D-F2F23F3FF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18945E-FEC0-40D9-A350-1E53E92E8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E1790-DD2A-46F9-BBE8-3E6DB3461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8495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22000">
        <p:circle/>
      </p:transition>
    </mc:Choice>
    <mc:Fallback>
      <p:transition spd="slow" advClick="0" advTm="22000">
        <p:circl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D6476-C09C-413C-B490-9E28A17E6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BA69BE-E339-4C6D-8F4F-05B78475E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32396-E6E5-4221-A2B6-87A4FAEC6294}" type="datetimeFigureOut">
              <a:rPr lang="en-US" smtClean="0"/>
              <a:t>4/18/2023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181295-910B-48FC-B307-C849B2289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1C4893-ACA6-4D94-ACB0-5A5CB1D46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E1790-DD2A-46F9-BBE8-3E6DB3461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4057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22000">
        <p:circle/>
      </p:transition>
    </mc:Choice>
    <mc:Fallback>
      <p:transition spd="slow" advClick="0" advTm="22000">
        <p:circl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F92AA7-F543-4D5A-9835-5F5077958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32396-E6E5-4221-A2B6-87A4FAEC6294}" type="datetimeFigureOut">
              <a:rPr lang="en-US" smtClean="0"/>
              <a:t>4/18/2023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99823F-8643-4D18-8F89-CB333D2E9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FB1EB4-5C3C-4436-AF5A-3C6107D2F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E1790-DD2A-46F9-BBE8-3E6DB3461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0153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22000">
        <p:circle/>
      </p:transition>
    </mc:Choice>
    <mc:Fallback>
      <p:transition spd="slow" advClick="0" advTm="22000">
        <p:circl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5B5D3-8C1B-48EE-8A8C-9871FBD15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A9E7A-B404-4766-9AE5-2647365A5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727C2F-D04F-42B9-B2EC-6ADBA3EA56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91FCCC-AF96-4636-B80E-BF6790AE2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32396-E6E5-4221-A2B6-87A4FAEC6294}" type="datetimeFigureOut">
              <a:rPr lang="en-US" smtClean="0"/>
              <a:t>4/18/2023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4821C0-1B40-4A4E-95AE-F0B77CDB5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75D7E2-ED1D-4D1C-B3A3-3E771419B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E1790-DD2A-46F9-BBE8-3E6DB3461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4870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22000">
        <p:circle/>
      </p:transition>
    </mc:Choice>
    <mc:Fallback>
      <p:transition spd="slow" advClick="0" advTm="22000">
        <p:circl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2F665-1EDB-426A-AEF4-D6D12FA13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319332-B091-480C-84FC-EBF740F8E9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5714E7-36CB-4A5B-9CBC-AF0C37691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D80C37-D25F-4CCA-9A86-47897027C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32396-E6E5-4221-A2B6-87A4FAEC6294}" type="datetimeFigureOut">
              <a:rPr lang="en-US" smtClean="0"/>
              <a:t>4/18/2023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7286B7-91D3-44CF-A80E-CB47F24BB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E1164-469B-4188-BF3C-7B29725EC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E1790-DD2A-46F9-BBE8-3E6DB3461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4525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22000">
        <p:circle/>
      </p:transition>
    </mc:Choice>
    <mc:Fallback>
      <p:transition spd="slow" advClick="0" advTm="22000">
        <p:circl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C7DFC-2CC3-4EF1-9757-C61B886CE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4C5651-7248-4272-B0EA-81E966C53D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8F83B-4188-4389-A4C7-5AD317939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32396-E6E5-4221-A2B6-87A4FAEC6294}" type="datetimeFigureOut">
              <a:rPr lang="en-US" smtClean="0"/>
              <a:t>4/18/2023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7F7E8-FE57-48EB-9CBA-75466D03B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77F80-CDEE-49EA-856F-84A07E71B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E1790-DD2A-46F9-BBE8-3E6DB3461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6998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22000">
        <p:circle/>
      </p:transition>
    </mc:Choice>
    <mc:Fallback>
      <p:transition spd="slow" advClick="0" advTm="22000">
        <p:circl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0C3721-11DA-4012-881D-9839C95C05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1A9A63-AB39-45C2-8070-498BF51531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603614-474C-4E5A-9A65-F4681A642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32396-E6E5-4221-A2B6-87A4FAEC6294}" type="datetimeFigureOut">
              <a:rPr lang="en-US" smtClean="0"/>
              <a:t>4/18/2023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56CB99-702D-4057-8317-F818AF50E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5DC546-DAC3-4124-B2A7-508E5C30C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E1790-DD2A-46F9-BBE8-3E6DB3461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5554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22000">
        <p:circle/>
      </p:transition>
    </mc:Choice>
    <mc:Fallback>
      <p:transition spd="slow" advClick="0" advTm="22000">
        <p:circl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D76E31-8CE0-4EC4-A9D5-3627F5199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A6C114-FE06-4864-BFC7-5E13CD7B72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C3391-9210-4A0B-8974-DC91BBC0C4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32396-E6E5-4221-A2B6-87A4FAEC6294}" type="datetimeFigureOut">
              <a:rPr lang="en-US" smtClean="0"/>
              <a:t>4/18/2023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ED9D1-1801-4269-AA0E-5522232190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A1F4DF-88F0-4C3F-B33E-7698F256A5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4E1790-DD2A-46F9-BBE8-3E6DB3461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04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800" advClick="0" advTm="22000">
        <p:circle/>
      </p:transition>
    </mc:Choice>
    <mc:Fallback>
      <p:transition spd="slow" advClick="0" advTm="22000">
        <p:circl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AA7AD-74B6-4644-BDFA-7F878FB8A8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NUMB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4F4333-280F-4221-ACAD-D197C911A4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Linkin</a:t>
            </a:r>
            <a:r>
              <a:rPr lang="en-US" dirty="0"/>
              <a:t> Park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B2904B-A69F-4E43-9E36-8BC2EE4607D2}"/>
              </a:ext>
            </a:extLst>
          </p:cNvPr>
          <p:cNvSpPr/>
          <p:nvPr/>
        </p:nvSpPr>
        <p:spPr>
          <a:xfrm>
            <a:off x="2363585" y="4751359"/>
            <a:ext cx="7464829" cy="4364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3AF6EB7-658E-4FA8-9899-3E8622424746}"/>
              </a:ext>
            </a:extLst>
          </p:cNvPr>
          <p:cNvSpPr/>
          <p:nvPr/>
        </p:nvSpPr>
        <p:spPr>
          <a:xfrm>
            <a:off x="2363584" y="4754072"/>
            <a:ext cx="7464829" cy="43641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7579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22000">
        <p:circle/>
      </p:transition>
    </mc:Choice>
    <mc:Fallback>
      <p:transition spd="slow" advClick="0" advTm="22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2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2778F-41FA-4B3F-9F78-0D24240D5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endParaRPr lang="en-US" b="0" i="0" dirty="0">
              <a:solidFill>
                <a:srgbClr val="202124"/>
              </a:solidFill>
              <a:effectLst/>
              <a:latin typeface="arial" panose="020B0604020202020204" pitchFamily="34" charset="0"/>
            </a:endParaRPr>
          </a:p>
          <a:p>
            <a:pPr marL="0" indent="0" algn="ctr">
              <a:buNone/>
            </a:pPr>
            <a:endParaRPr lang="en-US" dirty="0">
              <a:solidFill>
                <a:srgbClr val="202124"/>
              </a:solidFill>
              <a:latin typeface="arial" panose="020B0604020202020204" pitchFamily="34" charset="0"/>
            </a:endParaRPr>
          </a:p>
          <a:p>
            <a:pPr marL="0" indent="0" algn="ctr">
              <a:buNone/>
            </a:pPr>
            <a:endParaRPr lang="en-US" b="0" i="0" dirty="0">
              <a:solidFill>
                <a:srgbClr val="FFFF00"/>
              </a:solidFill>
              <a:effectLst/>
              <a:latin typeface="arial" panose="020B0604020202020204" pitchFamily="34" charset="0"/>
            </a:endParaRPr>
          </a:p>
          <a:p>
            <a:pPr marL="0" indent="0" algn="ctr">
              <a:buNone/>
            </a:pPr>
            <a:endParaRPr lang="en-US" dirty="0">
              <a:solidFill>
                <a:srgbClr val="202124"/>
              </a:solidFill>
              <a:latin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I'm tired of being what you want me to be</a:t>
            </a:r>
            <a:br>
              <a:rPr lang="en-US" dirty="0"/>
            </a:b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Feeling so faithless, lost under the surface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118183E-0C6D-43A7-A5F3-C24D78D4088D}"/>
              </a:ext>
            </a:extLst>
          </p:cNvPr>
          <p:cNvSpPr txBox="1">
            <a:spLocks/>
          </p:cNvSpPr>
          <p:nvPr/>
        </p:nvSpPr>
        <p:spPr>
          <a:xfrm>
            <a:off x="838200" y="214153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rgbClr val="202124"/>
              </a:solidFill>
              <a:latin typeface="arial" panose="020B0604020202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rgbClr val="202124"/>
              </a:solidFill>
              <a:latin typeface="arial" panose="020B0604020202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rgbClr val="202124"/>
              </a:solidFill>
              <a:latin typeface="arial" panose="020B0604020202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rgbClr val="202124"/>
              </a:solidFill>
              <a:latin typeface="arial" panose="020B0604020202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</a:rPr>
              <a:t>I'm tired of being what you want me to be</a:t>
            </a:r>
            <a:br>
              <a:rPr lang="en-US" dirty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EC2ADCE-5451-4CC2-9800-54F9E51A045B}"/>
              </a:ext>
            </a:extLst>
          </p:cNvPr>
          <p:cNvSpPr txBox="1">
            <a:spLocks/>
          </p:cNvSpPr>
          <p:nvPr/>
        </p:nvSpPr>
        <p:spPr>
          <a:xfrm>
            <a:off x="838200" y="214153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rgbClr val="202124"/>
              </a:solidFill>
              <a:latin typeface="arial" panose="020B0604020202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rgbClr val="202124"/>
              </a:solidFill>
              <a:latin typeface="arial" panose="020B0604020202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rgbClr val="202124"/>
              </a:solidFill>
              <a:latin typeface="arial" panose="020B0604020202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br>
              <a:rPr lang="en-US" dirty="0"/>
            </a:b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</a:rPr>
              <a:t>Feeling so faithless, </a:t>
            </a:r>
            <a:r>
              <a:rPr lang="en-US" dirty="0">
                <a:latin typeface="arial" panose="020B0604020202020204" pitchFamily="34" charset="0"/>
              </a:rPr>
              <a:t>lost under the surface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FC4A42B-D717-4200-8347-CE6812548B15}"/>
              </a:ext>
            </a:extLst>
          </p:cNvPr>
          <p:cNvSpPr txBox="1">
            <a:spLocks/>
          </p:cNvSpPr>
          <p:nvPr/>
        </p:nvSpPr>
        <p:spPr>
          <a:xfrm>
            <a:off x="838200" y="214153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rgbClr val="202124"/>
              </a:solidFill>
              <a:latin typeface="arial" panose="020B0604020202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rgbClr val="202124"/>
              </a:solidFill>
              <a:latin typeface="arial" panose="020B0604020202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rgbClr val="202124"/>
              </a:solidFill>
              <a:latin typeface="arial" panose="020B0604020202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br>
              <a:rPr lang="en-US" dirty="0"/>
            </a:b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</a:rPr>
              <a:t>Feeling so faithless, lost under the surface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10510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22000">
        <p:circle/>
      </p:transition>
    </mc:Choice>
    <mc:Fallback>
      <p:transition spd="slow" advClick="0" advTm="22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22000"/>
                                  </p:stCondLst>
                                  <p:iterate type="wd">
                                    <p:tmAbs val="2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3801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2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202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2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125D6-7AD6-4B41-A8CD-DFF8D68BE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D059F-C2E4-4D17-8737-FE388B53EC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b="0" i="0" dirty="0">
              <a:solidFill>
                <a:srgbClr val="202124"/>
              </a:solidFill>
              <a:effectLst/>
              <a:latin typeface="arial" panose="020B0604020202020204" pitchFamily="34" charset="0"/>
            </a:endParaRPr>
          </a:p>
          <a:p>
            <a:pPr marL="0" indent="0" algn="ctr">
              <a:buNone/>
            </a:pPr>
            <a:endParaRPr lang="en-US" dirty="0">
              <a:solidFill>
                <a:srgbClr val="202124"/>
              </a:solidFill>
              <a:latin typeface="arial" panose="020B0604020202020204" pitchFamily="34" charset="0"/>
            </a:endParaRPr>
          </a:p>
          <a:p>
            <a:pPr marL="0" indent="0" algn="ctr">
              <a:buNone/>
            </a:pPr>
            <a:endParaRPr lang="en-US" b="0" i="0" dirty="0">
              <a:solidFill>
                <a:srgbClr val="202124"/>
              </a:solidFill>
              <a:effectLst/>
              <a:latin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Don't know what you're expecting of me</a:t>
            </a:r>
            <a:br>
              <a:rPr lang="en-US" dirty="0"/>
            </a:b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Put under the pressure of walking in your shoes</a:t>
            </a:r>
          </a:p>
          <a:p>
            <a:pPr marL="0" indent="0" algn="ctr">
              <a:buNone/>
            </a:pP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(Caught in the undertow, just caught in the undertow)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0651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22000">
        <p:circle/>
      </p:transition>
    </mc:Choice>
    <mc:Fallback>
      <p:transition spd="slow" advClick="0" advTm="22000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1B635-C710-4F11-B978-72945FBA0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22E70-3C4B-46D0-8152-B7519ABA4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Every step that I take is another mistake to you</a:t>
            </a:r>
            <a:br>
              <a:rPr lang="en-US" dirty="0"/>
            </a:b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(Caught in the undertow, just caught in the undertow)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9344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22000">
        <p:circle/>
      </p:transition>
    </mc:Choice>
    <mc:Fallback>
      <p:transition spd="slow" advClick="0" advTm="22000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E1255-0402-4CF9-94AA-76BEE1C89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58FBA-508F-4F66-AB41-5364E5A455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I've become so numb</a:t>
            </a:r>
            <a:br>
              <a:rPr lang="en-US" dirty="0"/>
            </a:b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I can't feel you there</a:t>
            </a:r>
            <a:br>
              <a:rPr lang="en-US" dirty="0"/>
            </a:b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Become so tired</a:t>
            </a:r>
            <a:br>
              <a:rPr lang="en-US" dirty="0"/>
            </a:b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So much more aware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6507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22000">
        <p:circle/>
      </p:transition>
    </mc:Choice>
    <mc:Fallback>
      <p:transition spd="slow" advClick="0" advTm="22000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2046F-7005-4B57-9BA0-F4EBEC83B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2FC15-CBC5-4620-96C3-388050754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I'm becoming this</a:t>
            </a:r>
            <a:br>
              <a:rPr lang="en-US" dirty="0"/>
            </a:b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All I want to do</a:t>
            </a:r>
            <a:br>
              <a:rPr lang="en-US" dirty="0"/>
            </a:b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Is be more like me</a:t>
            </a:r>
            <a:br>
              <a:rPr lang="en-US" dirty="0"/>
            </a:b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And be less like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1879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22000">
        <p:circle/>
      </p:transition>
    </mc:Choice>
    <mc:Fallback>
      <p:transition spd="slow" advClick="0" advTm="22000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2D08F-FC2B-41EF-B71B-4A32D46BE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CEBF3-6A5D-4C20-A3A0-E16A00AC0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Can't you see that you're smothering me</a:t>
            </a:r>
            <a:br>
              <a:rPr lang="en-US" dirty="0"/>
            </a:b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Holding too tightly, afraid to lose control?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2659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22000">
        <p:circle/>
      </p:transition>
    </mc:Choice>
    <mc:Fallback>
      <p:transition spd="slow" advClick="0" advTm="22000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56801-6944-4D60-9B01-70C7C04D0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A2669-DCE3-4FAD-A982-1814CAA9E7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 err="1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'Cause</a:t>
            </a: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 everything that you thought I would be</a:t>
            </a:r>
            <a:br>
              <a:rPr lang="en-US" dirty="0"/>
            </a:b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Has fallen apart right in front of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64147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22000">
        <p:circle/>
      </p:transition>
    </mc:Choice>
    <mc:Fallback>
      <p:transition spd="slow" advClick="0" advTm="22000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2B23C-2F67-4B13-B128-97A39DE98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B56DE-53D0-405C-8686-44D725266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Every step that I take is another mistake to you</a:t>
            </a:r>
            <a:br>
              <a:rPr lang="en-US" dirty="0"/>
            </a:b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(Caught in the undertow, just caught in the undertow)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1478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22000">
        <p:circle/>
      </p:transition>
    </mc:Choice>
    <mc:Fallback>
      <p:transition spd="slow" advClick="0" advTm="22000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A3A4F-9091-4BCD-88BB-AEEB31E7E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84D0D-9D69-43B9-8F9B-7ADF103564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And every second I waste is more than I can take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7704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22000">
        <p:circle/>
      </p:transition>
    </mc:Choice>
    <mc:Fallback>
      <p:transition spd="slow" advClick="0" advTm="22000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B6E02-237A-4DF7-AE10-C5A2F4B48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0AB9A-E8D1-4978-8B9F-D8F7D74C1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I've become so numb</a:t>
            </a:r>
            <a:br>
              <a:rPr lang="en-US" dirty="0"/>
            </a:b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I can't feel you there</a:t>
            </a:r>
            <a:br>
              <a:rPr lang="en-US" dirty="0"/>
            </a:b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Become so tired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45293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22000">
        <p:circle/>
      </p:transition>
    </mc:Choice>
    <mc:Fallback>
      <p:transition spd="slow" advClick="0" advTm="22000">
        <p:circl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5D0B3-CF75-4C2D-9E66-15F6F2CC3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8ED5F-8FDE-494C-B5CE-D2F7648E8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So much more aware</a:t>
            </a:r>
            <a:br>
              <a:rPr lang="en-US" dirty="0"/>
            </a:b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I'm becoming this</a:t>
            </a:r>
            <a:br>
              <a:rPr lang="en-US" dirty="0"/>
            </a:b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All I want to do</a:t>
            </a:r>
            <a:br>
              <a:rPr lang="en-US" dirty="0"/>
            </a:b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Is be more like me</a:t>
            </a:r>
            <a:br>
              <a:rPr lang="en-US" dirty="0"/>
            </a:b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And be less like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487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22000">
        <p:circle/>
      </p:transition>
    </mc:Choice>
    <mc:Fallback>
      <p:transition spd="slow" advClick="0" advTm="22000">
        <p:circl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7684C-656B-4439-913D-9B97A5605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8AF82-20FA-4532-980B-B305DD01E0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And I know</a:t>
            </a:r>
            <a:br>
              <a:rPr lang="en-US" dirty="0"/>
            </a:b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I may end up failing too</a:t>
            </a:r>
            <a:br>
              <a:rPr lang="en-US" dirty="0"/>
            </a:b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But I know</a:t>
            </a:r>
            <a:br>
              <a:rPr lang="en-US" dirty="0"/>
            </a:b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You were just like me with someone disappointed in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2390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22000">
        <p:circle/>
      </p:transition>
    </mc:Choice>
    <mc:Fallback>
      <p:transition spd="slow" advClick="0" advTm="22000">
        <p:circl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3ACF7-25E9-4C30-9FD3-3575D6D00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731-A52C-41E7-A75B-D37DE0320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I've become so numb</a:t>
            </a:r>
            <a:br>
              <a:rPr lang="en-US" dirty="0"/>
            </a:b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I can't feel you there</a:t>
            </a:r>
            <a:br>
              <a:rPr lang="en-US" dirty="0"/>
            </a:b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Become so tired</a:t>
            </a:r>
            <a:br>
              <a:rPr lang="en-US" dirty="0"/>
            </a:b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So much more aware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24046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22000">
        <p:circle/>
      </p:transition>
    </mc:Choice>
    <mc:Fallback>
      <p:transition spd="slow" advClick="0" advTm="22000">
        <p:circl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A9C65-BB7E-4B5E-BCBA-4A09E85F4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B3E58-B851-4AE5-8E9B-1C7C5D6928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I'm becoming this</a:t>
            </a:r>
            <a:br>
              <a:rPr lang="en-US" dirty="0"/>
            </a:b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All I want to do</a:t>
            </a:r>
            <a:br>
              <a:rPr lang="en-US" dirty="0"/>
            </a:b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Is be more like me</a:t>
            </a:r>
            <a:br>
              <a:rPr lang="en-US" dirty="0"/>
            </a:b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And be less like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3124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22000">
        <p:circle/>
      </p:transition>
    </mc:Choice>
    <mc:Fallback>
      <p:transition spd="slow" advClick="0" advTm="22000">
        <p:circl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44E91-4E6E-4A67-A777-B9019FD0B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7CB47-0B88-4E0C-9DD2-D6F1899D3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I've become so numb</a:t>
            </a:r>
            <a:br>
              <a:rPr lang="en-US" dirty="0"/>
            </a:b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I can't feel you there</a:t>
            </a:r>
            <a:br>
              <a:rPr lang="en-US" dirty="0"/>
            </a:b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(I'm tired of being what you want me to be)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4216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22000">
        <p:circle/>
      </p:transition>
    </mc:Choice>
    <mc:Fallback>
      <p:transition spd="slow" advClick="0" advTm="22000">
        <p:circl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77A92-0224-40E7-BFBA-29D286FC2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C1A00-BEFD-422F-BEAF-C7737E55C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I've become so numb</a:t>
            </a:r>
            <a:br>
              <a:rPr lang="en-US" dirty="0"/>
            </a:b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I can't feel you there</a:t>
            </a:r>
            <a:br>
              <a:rPr lang="en-US" dirty="0"/>
            </a:b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(I'm tired of being what you want me to be)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612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22000">
        <p:circle/>
      </p:transition>
    </mc:Choice>
    <mc:Fallback>
      <p:transition spd="slow" advClick="0" advTm="22000">
        <p:circl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</TotalTime>
  <Words>362</Words>
  <Application>Microsoft Office PowerPoint</Application>
  <PresentationFormat>Widescreen</PresentationFormat>
  <Paragraphs>41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Arial</vt:lpstr>
      <vt:lpstr>Calibri</vt:lpstr>
      <vt:lpstr>Calibri Light</vt:lpstr>
      <vt:lpstr>Office Theme</vt:lpstr>
      <vt:lpstr>NUMB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NUMB</dc:title>
  <dc:creator>Ryan Dador</dc:creator>
  <cp:lastModifiedBy>Ryan Dador</cp:lastModifiedBy>
  <cp:revision>1</cp:revision>
  <dcterms:created xsi:type="dcterms:W3CDTF">2023-04-19T06:58:00Z</dcterms:created>
  <dcterms:modified xsi:type="dcterms:W3CDTF">2023-04-19T09:03:07Z</dcterms:modified>
</cp:coreProperties>
</file>